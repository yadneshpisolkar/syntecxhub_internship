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0A4C-E171-7AC5-1564-9A5E907EC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6116"/>
            <a:ext cx="7766936" cy="2064720"/>
          </a:xfrm>
        </p:spPr>
        <p:txBody>
          <a:bodyPr/>
          <a:lstStyle/>
          <a:p>
            <a:r>
              <a:rPr lang="en-US" sz="2800" dirty="0"/>
              <a:t> Ecommerce Product</a:t>
            </a:r>
            <a:r>
              <a:rPr lang="en-US" dirty="0"/>
              <a:t> </a:t>
            </a:r>
            <a:r>
              <a:rPr lang="en-US" sz="2800" dirty="0"/>
              <a:t>Details Page </a:t>
            </a:r>
            <a:br>
              <a:rPr lang="en-US" sz="2800" dirty="0"/>
            </a:br>
            <a:r>
              <a:rPr lang="en-US" sz="2800" dirty="0"/>
              <a:t>UX Case Study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Prepared By: Yadnesh Pisolkar</a:t>
            </a:r>
            <a:br>
              <a:rPr lang="en-US" sz="2800" dirty="0"/>
            </a:br>
            <a:r>
              <a:rPr lang="en-US" sz="2800" dirty="0"/>
              <a:t>UI/UX Internship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D3E03-036D-C600-8CE7-718658EFF0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3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1E9A-45BC-ADAE-4873-ABA5A151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  Project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D897-CE3F-832B-270D-0BEEEDBF4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Ecommerce Product Details Page was designed to provide users with a simple, visually appealing, and efficient shopping experience.</a:t>
            </a:r>
          </a:p>
          <a:p>
            <a:endParaRPr lang="en-US" dirty="0"/>
          </a:p>
          <a:p>
            <a:r>
              <a:rPr lang="en-US" dirty="0"/>
              <a:t>Goals:</a:t>
            </a:r>
          </a:p>
          <a:p>
            <a:r>
              <a:rPr lang="en-US" dirty="0"/>
              <a:t>• View product information clearly</a:t>
            </a:r>
          </a:p>
          <a:p>
            <a:r>
              <a:rPr lang="en-US" dirty="0"/>
              <a:t>• Compare features easily</a:t>
            </a:r>
          </a:p>
          <a:p>
            <a:r>
              <a:rPr lang="en-US" dirty="0"/>
              <a:t>• Make purchase decisions quickly</a:t>
            </a:r>
          </a:p>
          <a:p>
            <a:r>
              <a:rPr lang="en-US" dirty="0"/>
              <a:t>• Improve user satisfaction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2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2CC8-77A3-C774-852C-AC3F08F0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C4166-EC4D-5FAE-FCD5-072461E6A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Problems:</a:t>
            </a:r>
          </a:p>
          <a:p>
            <a:r>
              <a:rPr lang="en-US" dirty="0"/>
              <a:t>• Cluttered layouts</a:t>
            </a:r>
          </a:p>
          <a:p>
            <a:r>
              <a:rPr lang="en-US" dirty="0"/>
              <a:t>• Poor information hierarchy</a:t>
            </a:r>
          </a:p>
          <a:p>
            <a:r>
              <a:rPr lang="en-US" dirty="0"/>
              <a:t>• Difficult navigation</a:t>
            </a:r>
          </a:p>
          <a:p>
            <a:r>
              <a:rPr lang="en-US" dirty="0"/>
              <a:t>• Confusing purchase process</a:t>
            </a:r>
          </a:p>
          <a:p>
            <a:endParaRPr lang="en-US" dirty="0"/>
          </a:p>
          <a:p>
            <a:r>
              <a:rPr lang="en-US" dirty="0"/>
              <a:t>Goal:</a:t>
            </a:r>
          </a:p>
          <a:p>
            <a:r>
              <a:rPr lang="en-US" dirty="0"/>
              <a:t>Design a clean and user-friendly product details page.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8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94E1-6CE9-7DDD-662A-72E6D731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User Persona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614E-871C-1986-8E1B-A9507678E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Rahul Sharma</a:t>
            </a:r>
          </a:p>
          <a:p>
            <a:r>
              <a:rPr lang="en-US" dirty="0"/>
              <a:t>Age: 24</a:t>
            </a:r>
          </a:p>
          <a:p>
            <a:r>
              <a:rPr lang="en-US" dirty="0"/>
              <a:t>Occupation: Student</a:t>
            </a:r>
          </a:p>
          <a:p>
            <a:r>
              <a:rPr lang="en-US" dirty="0"/>
              <a:t>Location: Pune/Mumbai</a:t>
            </a:r>
          </a:p>
          <a:p>
            <a:endParaRPr lang="en-US" dirty="0"/>
          </a:p>
          <a:p>
            <a:r>
              <a:rPr lang="en-US" dirty="0"/>
              <a:t>Goals:</a:t>
            </a:r>
          </a:p>
          <a:p>
            <a:r>
              <a:rPr lang="en-US" dirty="0"/>
              <a:t>• Purchase products quickly</a:t>
            </a:r>
          </a:p>
          <a:p>
            <a:r>
              <a:rPr lang="en-US" dirty="0"/>
              <a:t>• Compare features easily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37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ADA8-1B75-2F25-8275-DC1DDD4B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User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0F101-5D7D-D356-58FF-D9B322DE4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Visit Website →</a:t>
            </a:r>
          </a:p>
          <a:p>
            <a:r>
              <a:rPr lang="en-US" dirty="0"/>
              <a:t> Search Product → </a:t>
            </a:r>
          </a:p>
          <a:p>
            <a:r>
              <a:rPr lang="en-US" dirty="0"/>
              <a:t>View Product Details → </a:t>
            </a:r>
          </a:p>
          <a:p>
            <a:r>
              <a:rPr lang="en-US" dirty="0"/>
              <a:t>Read Features &amp; Reviews → </a:t>
            </a:r>
          </a:p>
          <a:p>
            <a:r>
              <a:rPr lang="en-US" dirty="0"/>
              <a:t>Add To Cart → </a:t>
            </a:r>
          </a:p>
          <a:p>
            <a:r>
              <a:rPr lang="en-US" dirty="0"/>
              <a:t>Checkout → </a:t>
            </a:r>
          </a:p>
          <a:p>
            <a:r>
              <a:rPr lang="en-US" dirty="0"/>
              <a:t>Order Confirmation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6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A739-1071-F4B5-C42D-EC55ACD5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Wireframes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099B2-A096-DD63-5283-3378FAF84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Fidelity Wireframe</a:t>
            </a:r>
          </a:p>
          <a:p>
            <a:endParaRPr lang="en-US" dirty="0"/>
          </a:p>
          <a:p>
            <a:r>
              <a:rPr lang="en-US" dirty="0"/>
              <a:t>Product Image</a:t>
            </a:r>
          </a:p>
          <a:p>
            <a:r>
              <a:rPr lang="en-US" dirty="0"/>
              <a:t>Product Name</a:t>
            </a:r>
          </a:p>
          <a:p>
            <a:r>
              <a:rPr lang="en-US" dirty="0"/>
              <a:t>Product Price</a:t>
            </a:r>
          </a:p>
          <a:p>
            <a:r>
              <a:rPr lang="en-US" dirty="0"/>
              <a:t>Product Description</a:t>
            </a:r>
          </a:p>
          <a:p>
            <a:r>
              <a:rPr lang="en-US" dirty="0"/>
              <a:t>[ Add To Cart ]</a:t>
            </a:r>
          </a:p>
          <a:p>
            <a:endParaRPr lang="en-US" dirty="0"/>
          </a:p>
          <a:p>
            <a:r>
              <a:rPr lang="en-US" dirty="0"/>
              <a:t>Purpose: Define layout and content hierarchy.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29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092D-D413-A9BD-F539-DB2854BA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Design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46F56-2032-252D-42A0-E154BBD6F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→ User Analysis → Wireframing → UI Design → Prototype → Testing</a:t>
            </a:r>
          </a:p>
          <a:p>
            <a:endParaRPr lang="en-US" dirty="0"/>
          </a:p>
          <a:p>
            <a:r>
              <a:rPr lang="en-US" dirty="0"/>
              <a:t>User-centered design approach.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082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417B1-95D2-80FD-08D5-249AC689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Final UI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E0316-6338-6D76-E3BD-28F685646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screenshots of your Ecommerce Product Details Page here.</a:t>
            </a:r>
          </a:p>
          <a:p>
            <a:endParaRPr lang="en-US" dirty="0"/>
          </a:p>
          <a:p>
            <a:r>
              <a:rPr lang="en-US" dirty="0"/>
              <a:t>Focus:</a:t>
            </a:r>
          </a:p>
          <a:p>
            <a:r>
              <a:rPr lang="en-US" dirty="0"/>
              <a:t>• Simplicity</a:t>
            </a:r>
          </a:p>
          <a:p>
            <a:r>
              <a:rPr lang="en-US" dirty="0"/>
              <a:t>• Visual hierarchy</a:t>
            </a:r>
          </a:p>
          <a:p>
            <a:r>
              <a:rPr lang="en-US" dirty="0"/>
              <a:t>• Easy navigation</a:t>
            </a:r>
          </a:p>
          <a:p>
            <a:r>
              <a:rPr lang="en-US" dirty="0"/>
              <a:t>• Responsive lay</a:t>
            </a:r>
          </a:p>
        </p:txBody>
      </p:sp>
    </p:spTree>
    <p:extLst>
      <p:ext uri="{BB962C8B-B14F-4D97-AF65-F5344CB8AC3E}">
        <p14:creationId xmlns:p14="http://schemas.microsoft.com/office/powerpoint/2010/main" val="2470817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9F39-0D51-B113-56DE-405F3EB7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Screenshot of Project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457554-ED0A-383E-1454-6C1A0A0F32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475011"/>
            <a:ext cx="8596312" cy="45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3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77BC9-8E02-ED66-2CB0-FB110727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Outcome &amp;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AEEA-95F2-5238-4DCC-0CD347D70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Outcome:</a:t>
            </a:r>
          </a:p>
          <a:p>
            <a:r>
              <a:rPr lang="en-US" dirty="0"/>
              <a:t>✔ Better user experience</a:t>
            </a:r>
          </a:p>
          <a:p>
            <a:r>
              <a:rPr lang="en-US" dirty="0"/>
              <a:t>✔ Easy navigation</a:t>
            </a:r>
          </a:p>
          <a:p>
            <a:r>
              <a:rPr lang="en-US" dirty="0"/>
              <a:t>✔ Responsive interface</a:t>
            </a:r>
          </a:p>
          <a:p>
            <a:endParaRPr lang="en-US" dirty="0"/>
          </a:p>
          <a:p>
            <a:r>
              <a:rPr lang="en-US" dirty="0"/>
              <a:t>Learnings:</a:t>
            </a:r>
          </a:p>
          <a:p>
            <a:r>
              <a:rPr lang="en-US" dirty="0"/>
              <a:t>• UX Principles</a:t>
            </a:r>
          </a:p>
          <a:p>
            <a:r>
              <a:rPr lang="en-US" dirty="0"/>
              <a:t>• Wireframing</a:t>
            </a:r>
          </a:p>
          <a:p>
            <a:r>
              <a:rPr lang="en-US" dirty="0"/>
              <a:t>• Prototyping</a:t>
            </a:r>
          </a:p>
          <a:p>
            <a:r>
              <a:rPr lang="en-US" dirty="0"/>
              <a:t>• UI Design</a:t>
            </a:r>
          </a:p>
        </p:txBody>
      </p:sp>
    </p:spTree>
    <p:extLst>
      <p:ext uri="{BB962C8B-B14F-4D97-AF65-F5344CB8AC3E}">
        <p14:creationId xmlns:p14="http://schemas.microsoft.com/office/powerpoint/2010/main" val="336924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6DB8D-CA3E-05CE-CED6-0BFBCA1678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3507E-D5B6-C391-5D4C-222F33316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20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271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 Ecommerce Product Details Page  UX Case Study  Prepared By: Yadnesh Pisolkar UI/UX Internship Project </vt:lpstr>
      <vt:lpstr>        Project Brief</vt:lpstr>
      <vt:lpstr>                Problem Statement</vt:lpstr>
      <vt:lpstr>                     User Persona</vt:lpstr>
      <vt:lpstr>                     User Journey</vt:lpstr>
      <vt:lpstr>                      Wireframes</vt:lpstr>
      <vt:lpstr>                  Design Process</vt:lpstr>
      <vt:lpstr>                     Final UI Design</vt:lpstr>
      <vt:lpstr>      Screenshot of Project </vt:lpstr>
      <vt:lpstr>             Outcome &amp; Learnings</vt:lpstr>
      <vt:lpstr>  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Yadnesh Pisolkar</dc:creator>
  <cp:lastModifiedBy>Yadnesh Pisolkar</cp:lastModifiedBy>
  <cp:revision>1</cp:revision>
  <dcterms:created xsi:type="dcterms:W3CDTF">2026-06-21T09:34:34Z</dcterms:created>
  <dcterms:modified xsi:type="dcterms:W3CDTF">2026-06-21T09:54:33Z</dcterms:modified>
</cp:coreProperties>
</file>